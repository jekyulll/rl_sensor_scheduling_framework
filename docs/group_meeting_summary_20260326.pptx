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功率约束下的多传感器调度与微气候预测</a:t>
            </a:r>
          </a:p>
          <a:p>
            <a:r>
              <a:rPr sz="1050">
                <a:solidFill>
                  <a:srgbClr val="475569"/>
                </a:solidFill>
              </a:rPr>
              <a:t>问题定义、系统结构与实验主线</a:t>
            </a:r>
          </a:p>
        </p:txBody>
      </p:sp>
      <p:pic>
        <p:nvPicPr>
          <p:cNvPr id="3" name="Picture 2" descr="windblown_framewor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629400" cy="40605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005840"/>
            <a:ext cx="429768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73152"/>
          <a:lstStyle/>
          <a:p>
            <a:pPr algn="ctr"/>
            <a:r>
              <a:rPr b="1" sz="1500">
                <a:solidFill>
                  <a:srgbClr val="0F172A"/>
                </a:solidFill>
              </a:rPr>
              <a:t>这套框架在做什么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同一条 truth 序列上比较不同调度策略，保证实验公平。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调度结果先经过 OnlineSubsetProjector，再满足瞬时功率与启动峰值约束。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观测先经 Kalman estimator，再生成 scheduler-specific forecasting dataset。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最终比较的是：在节电前提下，下游预测还能保住多少性能。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3063240"/>
            <a:ext cx="4297680" cy="210312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73152"/>
          <a:lstStyle/>
          <a:p>
            <a:pPr algn="ctr"/>
            <a:r>
              <a:rPr b="1" sz="1500">
                <a:solidFill>
                  <a:srgbClr val="0F172A"/>
                </a:solidFill>
              </a:rPr>
              <a:t>当前实验配置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规则基线：full_open / random / periodic / round_robin / info_priority。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学习型基线：dqn / cmdp_dqn / ppo。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主任务目标：air_temperature_c、snow_surface_temperature_c、wind_speed_ms。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评价指标：RMSE、MAE、sMAPE、Pearson、DTW。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5394960"/>
            <a:ext cx="429768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73152"/>
          <a:lstStyle/>
          <a:p>
            <a:pPr algn="ctr"/>
            <a:r>
              <a:rPr b="1" sz="1500">
                <a:solidFill>
                  <a:srgbClr val="0F172A"/>
                </a:solidFill>
              </a:rPr>
              <a:t>一句话概括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这不是单独的预测任务，而是一条“调度 -&gt; 状态估计 -&gt; 预测 -&gt; aggregate 评估”的完整链路。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475569"/>
                </a:solidFill>
              </a:rPr>
              <a:t>图：当前 windblown 实验的完整工程架构。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结果总览：规则基线仍然最强，PPO 已进入可用区间</a:t>
            </a:r>
          </a:p>
        </p:txBody>
      </p:sp>
      <p:pic>
        <p:nvPicPr>
          <p:cNvPr id="3" name="Picture 2" descr="power_saving_vs_rmse_incr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715000" cy="4286250"/>
          </a:xfrm>
          <a:prstGeom prst="rect">
            <a:avLst/>
          </a:prstGeom>
        </p:spPr>
      </p:pic>
      <p:pic>
        <p:nvPicPr>
          <p:cNvPr id="4" name="Picture 3" descr="primary_target_rmse_increase_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914400"/>
            <a:ext cx="5257800" cy="39433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4892040"/>
            <a:ext cx="109728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73152"/>
          <a:lstStyle/>
          <a:p>
            <a:pPr algn="ctr"/>
            <a:r>
              <a:rPr b="1" sz="1500">
                <a:solidFill>
                  <a:srgbClr val="0F172A"/>
                </a:solidFill>
              </a:rPr>
              <a:t>这页图想说明什么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总体 aggregate：round_robin RMSE +2.63%，info_priority +2.71%，periodic +4.83%。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PPO 当前总体 RMSE +8.52%，节电 47.6%。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主任务口径下，PPO 为 RMSE +2.13%，DTW -1.33%。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当前 strongest baselines 仍是 round_robin / info_priority / periodic，说明规则方法非常强。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475569"/>
                </a:solidFill>
              </a:rPr>
              <a:t>左：节电与 RMSE trade-off。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4526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475569"/>
                </a:solidFill>
              </a:rPr>
              <a:t>右：主任务 H=1 的 RMSE 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图例解读：PPO 已经在真实调度，但仍未超过最强规则基线</a:t>
            </a:r>
          </a:p>
        </p:txBody>
      </p:sp>
      <p:pic>
        <p:nvPicPr>
          <p:cNvPr id="3" name="Picture 2" descr="air_temperature_c_0_300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577840" cy="2370582"/>
          </a:xfrm>
          <a:prstGeom prst="rect">
            <a:avLst/>
          </a:prstGeom>
        </p:spPr>
      </p:pic>
      <p:pic>
        <p:nvPicPr>
          <p:cNvPr id="4" name="Picture 3" descr="air_temperature_c_H1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14400"/>
            <a:ext cx="5440680" cy="1813560"/>
          </a:xfrm>
          <a:prstGeom prst="rect">
            <a:avLst/>
          </a:prstGeom>
        </p:spPr>
      </p:pic>
      <p:pic>
        <p:nvPicPr>
          <p:cNvPr id="5" name="Picture 4" descr="scheduler_model_rmse_increase_vs_full_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69080"/>
            <a:ext cx="438912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40680" y="4069080"/>
            <a:ext cx="6126480" cy="178308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73152"/>
          <a:lstStyle/>
          <a:p>
            <a:pPr algn="ctr"/>
            <a:r>
              <a:rPr b="1" sz="1500">
                <a:solidFill>
                  <a:srgbClr val="0F172A"/>
                </a:solidFill>
              </a:rPr>
              <a:t>三类图分别告诉我们什么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时间线图：PPO 已不是近固定策略，而是在两个高功耗传感器之间动态切换。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预测曲线图：PPO 的曲线形态已经合理，但与最优规则基线相比仍有差距。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热力图：规则基线跨模型更稳；PPO 作为开源 RL baseline 已可用，但还不是当前最优。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5989320"/>
            <a:ext cx="6126480" cy="594360"/>
          </a:xfrm>
          <a:prstGeom prst="roundRect">
            <a:avLst/>
          </a:prstGeom>
          <a:solidFill>
            <a:srgbClr val="EDE9FE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73152"/>
          <a:lstStyle/>
          <a:p>
            <a:pPr algn="ctr"/>
            <a:r>
              <a:rPr b="1" sz="1500">
                <a:solidFill>
                  <a:srgbClr val="0F172A"/>
                </a:solidFill>
              </a:rPr>
              <a:t>这次总结的最终落点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框架已经能稳定工作；下一步应把 cmdp_dqn 作为真正的方法创新主线。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475569"/>
                </a:solidFill>
              </a:rPr>
              <a:t>左下：scheduler × predictor 的 RMSE 热力图。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